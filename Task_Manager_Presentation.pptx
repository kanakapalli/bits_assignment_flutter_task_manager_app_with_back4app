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Task Manager App with Back4App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Flutter CRUD Application - BITS Assignment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Task Manager App</a:t>
            </a:r>
          </a:p>
          <a:p>
            <a:pPr lvl="0" indent="0" marL="0">
              <a:buNone/>
            </a:pPr>
            <a:r>
              <a:rPr/>
              <a:t>A Flutter-Based CRUD Application Using Back4App (BaaS)</a:t>
            </a:r>
          </a:p>
          <a:p>
            <a:pPr lvl="0" indent="0" marL="0">
              <a:buNone/>
            </a:pPr>
            <a:r>
              <a:rPr b="1"/>
              <a:t>Student Name:</a:t>
            </a:r>
            <a:r>
              <a:rPr/>
              <a:t> [Your Name] </a:t>
            </a:r>
            <a:r>
              <a:rPr b="1"/>
              <a:t>Course:</a:t>
            </a:r>
            <a:r>
              <a:rPr/>
              <a:t> [Your Course] </a:t>
            </a:r>
            <a:r>
              <a:rPr b="1"/>
              <a:t>Date:</a:t>
            </a:r>
            <a:r>
              <a:rPr/>
              <a:t> November 2025</a:t>
            </a:r>
          </a:p>
          <a:p>
            <a:pPr lvl="0" indent="0" marL="0">
              <a:buNone/>
            </a:pPr>
            <a:r>
              <a:rPr b="1"/>
              <a:t>Technologies:</a:t>
            </a:r>
            <a:r>
              <a:rPr/>
              <a:t> - Flutter (Dart) - Back4App (Backend-as-a-Service) - Skeuomorphic/Neumorphic Design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this project?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b="1"/>
              <a:t>Task Manager Application</a:t>
            </a:r>
            <a:r>
              <a:rPr/>
              <a:t> that demonstrates: - ✅ User Authentication (Register/Login) - ✅ Complete CRUD Operations (Create, Read, Update, Delete) - ✅ Cloud Backend Integration (Back4App) - ✅ Modern Skeuomorphic UI Design - ✅ Real-time Data Synchronization</a:t>
            </a:r>
          </a:p>
          <a:p>
            <a:pPr lvl="0" indent="0" marL="0">
              <a:buNone/>
            </a:pPr>
            <a:r>
              <a:rPr b="1"/>
              <a:t>Why Back4App?</a:t>
            </a:r>
            <a:r>
              <a:rPr/>
              <a:t> - No need to build custom backend - Ready-to-use authentication - Cloud database with real-time sync - Fast deployment and scalability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Frontend</a:t>
            </a:r>
          </a:p>
          <a:p>
            <a:pPr lvl="0"/>
            <a:r>
              <a:rPr b="1"/>
              <a:t>Flutter/Dart</a:t>
            </a:r>
            <a:r>
              <a:rPr/>
              <a:t> - Cross-platform mobile framework</a:t>
            </a:r>
          </a:p>
          <a:p>
            <a:pPr lvl="0"/>
            <a:r>
              <a:rPr b="1"/>
              <a:t>flutter_neumorphic</a:t>
            </a:r>
            <a:r>
              <a:rPr/>
              <a:t> ^3.2.0 - 3D UI effects</a:t>
            </a:r>
          </a:p>
          <a:p>
            <a:pPr lvl="0"/>
            <a:r>
              <a:rPr b="1"/>
              <a:t>google_fonts</a:t>
            </a:r>
            <a:r>
              <a:rPr/>
              <a:t> ^4.0.4 - Typography (Poppins)</a:t>
            </a:r>
          </a:p>
          <a:p>
            <a:pPr lvl="0"/>
            <a:r>
              <a:rPr b="1"/>
              <a:t>glassmorphism</a:t>
            </a:r>
            <a:r>
              <a:rPr/>
              <a:t> ^3.0.0 - Glass effects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Backend</a:t>
            </a:r>
          </a:p>
          <a:p>
            <a:pPr lvl="0"/>
            <a:r>
              <a:rPr b="1"/>
              <a:t>Back4App</a:t>
            </a:r>
            <a:r>
              <a:rPr/>
              <a:t> - Backend-as-a-Service (Parse Server)</a:t>
            </a:r>
          </a:p>
          <a:p>
            <a:pPr lvl="0"/>
            <a:r>
              <a:rPr b="1"/>
              <a:t>parse_server_sdk_flutter</a:t>
            </a:r>
            <a:r>
              <a:rPr/>
              <a:t> ^9.0.0 - SDK for Flutter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Design Philosophy</a:t>
            </a:r>
          </a:p>
          <a:p>
            <a:pPr lvl="0"/>
            <a:r>
              <a:rPr b="1"/>
              <a:t>Skeuomorphism</a:t>
            </a:r>
            <a:r>
              <a:rPr/>
              <a:t> - Realistic 3D design elements</a:t>
            </a:r>
          </a:p>
          <a:p>
            <a:pPr lvl="0"/>
            <a:r>
              <a:rPr b="1"/>
              <a:t>Neumorphic Design</a:t>
            </a:r>
            <a:r>
              <a:rPr/>
              <a:t> - Soft UI with depth and shadows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App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┌─────────────────────────────────────┐
│         Flutter Frontend            │
│  (Neumorphic UI Components)         │
└──────────────┬──────────────────────┘
               │
               │ Parse SDK
               │
┌──────────────▼──────────────────────┐
│         Back4App Cloud              │
│  ┌──────────────────────────────┐   │
│  │   Authentication Service     │   │
│  └──────────────────────────────┘   │
│  ┌──────────────────────────────┐   │
│  │   Task Database (Parse)      │   │
│  └──────────────────────────────┘   │
└─────────────────────────────────────┘</a:t>
            </a:r>
          </a:p>
          <a:p>
            <a:pPr lvl="0" indent="0" marL="0">
              <a:buNone/>
            </a:pPr>
            <a:r>
              <a:rPr b="1"/>
              <a:t>Key Components:</a:t>
            </a:r>
            <a:r>
              <a:rPr/>
              <a:t> - Models: Task model with Parse integration - Screens: Login, Register, Task List, Add/Edit Task - Services: Back4App authentication and CRUD operations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Key Features -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User Authentication System</a:t>
            </a:r>
          </a:p>
          <a:p>
            <a:pPr lvl="0" indent="0" marL="0">
              <a:buNone/>
            </a:pPr>
            <a:r>
              <a:rPr b="1"/>
              <a:t>Registration:</a:t>
            </a:r>
            <a:r>
              <a:rPr/>
              <a:t> - Email-based account creation - Password validation (minimum 6 characters) - Password confirmation matching - Secure storage in Back4App cloud - Success dialog with smooth transitions</a:t>
            </a:r>
          </a:p>
          <a:p>
            <a:pPr lvl="0" indent="0" marL="0">
              <a:buNone/>
            </a:pPr>
            <a:r>
              <a:rPr b="1"/>
              <a:t>Login:</a:t>
            </a:r>
            <a:r>
              <a:rPr/>
              <a:t> - Email and password authentication - Session persistence - Password visibility toggle - Error handling with user-friendly messages - Automatic navigation to task list</a:t>
            </a:r>
          </a:p>
          <a:p>
            <a:pPr lvl="0" indent="0" marL="0">
              <a:buNone/>
            </a:pPr>
            <a:r>
              <a:rPr b="1"/>
              <a:t>Security:</a:t>
            </a:r>
            <a:r>
              <a:rPr/>
              <a:t> - Secure password storage (handled by Back4App) - Session management with auto-login - User-specific data access (ACL)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Key Features - CRUD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Complete Task Management</a:t>
            </a:r>
          </a:p>
          <a:p>
            <a:pPr lvl="0" indent="0" marL="0">
              <a:buNone/>
            </a:pPr>
            <a:r>
              <a:rPr b="1"/>
              <a:t>Create:</a:t>
            </a:r>
            <a:r>
              <a:rPr/>
              <a:t> - Add new tasks with title (required) - Optional description (up to 500 characters) - Real-time character counter - Form validation</a:t>
            </a:r>
          </a:p>
          <a:p>
            <a:pPr lvl="0" indent="0" marL="0">
              <a:buNone/>
            </a:pPr>
            <a:r>
              <a:rPr b="1"/>
              <a:t>Read:</a:t>
            </a:r>
            <a:r>
              <a:rPr/>
              <a:t> - View all tasks in beautiful 3D cards - Tasks sorted by creation date (newest first) - Pull-to-refresh for sync</a:t>
            </a:r>
          </a:p>
          <a:p>
            <a:pPr lvl="0" indent="0" marL="0">
              <a:buNone/>
            </a:pPr>
            <a:r>
              <a:rPr b="1"/>
              <a:t>Update:</a:t>
            </a:r>
            <a:r>
              <a:rPr/>
              <a:t> - Edit task title and description - Mark tasks as complete/incomplete - Visual feedback (completed tasks pressed inward)</a:t>
            </a:r>
          </a:p>
          <a:p>
            <a:pPr lvl="0" indent="0" marL="0">
              <a:buNone/>
            </a:pPr>
            <a:r>
              <a:rPr b="1"/>
              <a:t>Delete:</a:t>
            </a:r>
            <a:r>
              <a:rPr/>
              <a:t> - Delete with confirmation dialog - Immediate UI update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Skeuomorphic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Skeuomorphism?</a:t>
            </a:r>
          </a:p>
          <a:p>
            <a:pPr lvl="0" indent="0" marL="0">
              <a:buNone/>
            </a:pPr>
            <a:r>
              <a:rPr/>
              <a:t>A design style that makes digital elements look like their </a:t>
            </a:r>
            <a:r>
              <a:rPr b="1"/>
              <a:t>physical counterparts</a:t>
            </a:r>
            <a:r>
              <a:rPr/>
              <a:t> with realistic textures, depth, and shadows.</a:t>
            </a:r>
          </a:p>
          <a:p>
            <a:pPr lvl="0" indent="0" marL="0">
              <a:buNone/>
            </a:pPr>
            <a:r>
              <a:rPr b="1"/>
              <a:t>Our Implementation - Neumorphic Design:</a:t>
            </a:r>
          </a:p>
          <a:p>
            <a:pPr lvl="0" indent="-342900" marL="342900">
              <a:buAutoNum type="arabicPeriod"/>
            </a:pPr>
            <a:r>
              <a:rPr b="1"/>
              <a:t>3D Depth Effects</a:t>
            </a:r>
          </a:p>
          <a:p>
            <a:pPr lvl="1"/>
            <a:r>
              <a:rPr/>
              <a:t>Inset elements: -6 to -3 depth (pressed in)</a:t>
            </a:r>
          </a:p>
          <a:p>
            <a:pPr lvl="1"/>
            <a:r>
              <a:rPr/>
              <a:t>Raised elements: 4-8 depth (popping out)</a:t>
            </a:r>
          </a:p>
          <a:p>
            <a:pPr lvl="0" indent="-342900" marL="342900">
              <a:buAutoNum type="arabicPeriod"/>
            </a:pPr>
            <a:r>
              <a:rPr b="1"/>
              <a:t>Realistic Shadows</a:t>
            </a:r>
          </a:p>
          <a:p>
            <a:pPr lvl="1"/>
            <a:r>
              <a:rPr/>
              <a:t>Light source from top-left</a:t>
            </a:r>
          </a:p>
          <a:p>
            <a:pPr lvl="1"/>
            <a:r>
              <a:rPr/>
              <a:t>Multi-layered shadows</a:t>
            </a:r>
          </a:p>
          <a:p>
            <a:pPr lvl="1"/>
            <a:r>
              <a:rPr/>
              <a:t>Soft, subtle gradients</a:t>
            </a:r>
          </a:p>
          <a:p>
            <a:pPr lvl="0" indent="-342900" marL="342900">
              <a:buAutoNum type="arabicPeriod"/>
            </a:pPr>
            <a:r>
              <a:rPr b="1"/>
              <a:t>Tactile Buttons</a:t>
            </a:r>
          </a:p>
          <a:p>
            <a:pPr lvl="1"/>
            <a:r>
              <a:rPr/>
              <a:t>Buttons appear raised when unpressed</a:t>
            </a:r>
          </a:p>
          <a:p>
            <a:pPr lvl="1"/>
            <a:r>
              <a:rPr/>
              <a:t>Buttons appear pressed when clicked</a:t>
            </a:r>
          </a:p>
          <a:p>
            <a:pPr lvl="1"/>
            <a:r>
              <a:rPr/>
              <a:t>Smooth transitions</a:t>
            </a:r>
          </a:p>
          <a:p>
            <a:pPr lvl="0" indent="-342900" marL="342900">
              <a:buAutoNum type="arabicPeriod"/>
            </a:pPr>
            <a:r>
              <a:rPr b="1"/>
              <a:t>Physical Metaphors</a:t>
            </a:r>
          </a:p>
          <a:p>
            <a:pPr lvl="1"/>
            <a:r>
              <a:rPr/>
              <a:t>Cards that look embossed</a:t>
            </a:r>
          </a:p>
          <a:p>
            <a:pPr lvl="1"/>
            <a:r>
              <a:rPr/>
              <a:t>Text fields carved into surface</a:t>
            </a:r>
          </a:p>
          <a:p>
            <a:pPr lvl="1"/>
            <a:r>
              <a:rPr/>
              <a:t>Checkboxes with 3D effect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UI Screenshots - Login &amp;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Login Screen</a:t>
            </a:r>
          </a:p>
          <a:p>
            <a:pPr lvl="0"/>
            <a:r>
              <a:rPr b="1"/>
              <a:t>3D Circular Logo</a:t>
            </a:r>
            <a:r>
              <a:rPr/>
              <a:t> - Concave depth effect with task icon</a:t>
            </a:r>
          </a:p>
          <a:p>
            <a:pPr lvl="0"/>
            <a:r>
              <a:rPr b="1"/>
              <a:t>Inset Text Fields</a:t>
            </a:r>
            <a:r>
              <a:rPr/>
              <a:t> - Email and password fields pressed into surface</a:t>
            </a:r>
          </a:p>
          <a:p>
            <a:pPr lvl="0"/>
            <a:r>
              <a:rPr b="1"/>
              <a:t>Raised Login Button</a:t>
            </a:r>
            <a:r>
              <a:rPr/>
              <a:t> - Purple button with depth and shadow</a:t>
            </a:r>
          </a:p>
          <a:p>
            <a:pPr lvl="0"/>
            <a:r>
              <a:rPr b="1"/>
              <a:t>Password Toggle</a:t>
            </a:r>
            <a:r>
              <a:rPr/>
              <a:t> - Neumorphic visibility button</a:t>
            </a:r>
          </a:p>
          <a:p>
            <a:pPr lvl="0"/>
            <a:r>
              <a:rPr b="1"/>
              <a:t>Typography</a:t>
            </a:r>
            <a:r>
              <a:rPr/>
              <a:t> - Poppins font for modern look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Register Screen</a:t>
            </a:r>
          </a:p>
          <a:p>
            <a:pPr lvl="0"/>
            <a:r>
              <a:rPr b="1"/>
              <a:t>Neumorphic App Bar</a:t>
            </a:r>
            <a:r>
              <a:rPr/>
              <a:t> - With circular back button</a:t>
            </a:r>
          </a:p>
          <a:p>
            <a:pPr lvl="0"/>
            <a:r>
              <a:rPr b="1"/>
              <a:t>3D Person Icon</a:t>
            </a:r>
            <a:r>
              <a:rPr/>
              <a:t> - Concave green icon</a:t>
            </a:r>
          </a:p>
          <a:p>
            <a:pPr lvl="0"/>
            <a:r>
              <a:rPr b="1"/>
              <a:t>Three Input Fields</a:t>
            </a:r>
            <a:r>
              <a:rPr/>
              <a:t> - Email, password, confirm password</a:t>
            </a:r>
          </a:p>
          <a:p>
            <a:pPr lvl="0"/>
            <a:r>
              <a:rPr b="1"/>
              <a:t>Raised Register Button</a:t>
            </a:r>
            <a:r>
              <a:rPr/>
              <a:t> - Green button with depth</a:t>
            </a:r>
          </a:p>
          <a:p>
            <a:pPr lvl="0"/>
            <a:r>
              <a:rPr b="1"/>
              <a:t>Success Dialog</a:t>
            </a:r>
            <a:r>
              <a:rPr/>
              <a:t> - Animated confirmation</a:t>
            </a:r>
          </a:p>
          <a:p>
            <a:pPr lvl="0"/>
            <a:r>
              <a:rPr b="1"/>
              <a:t>Password Validation</a:t>
            </a:r>
            <a:r>
              <a:rPr/>
              <a:t> - Real-time feedback</a:t>
            </a:r>
          </a:p>
          <a:p>
            <a:pPr lvl="0" indent="0" marL="0">
              <a:buNone/>
            </a:pPr>
            <a:r>
              <a:rPr b="1"/>
              <a:t>Color Scheme:</a:t>
            </a:r>
            <a:r>
              <a:rPr/>
              <a:t> - Base: #E0E5EC (soft gray) - Primary: Deep Purple (#673AB7) - Success: Green (#66BB6A) - Error: Red (#EF5350)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UI Screenshots - Task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 Screen Features</a:t>
            </a:r>
          </a:p>
          <a:p>
            <a:pPr lvl="0" indent="0" marL="0">
              <a:buNone/>
            </a:pPr>
            <a:r>
              <a:rPr b="1"/>
              <a:t>Neumorphic App Bar:</a:t>
            </a:r>
            <a:r>
              <a:rPr/>
              <a:t> - Task icon with title - Refresh button (circular, raised) - Logout button (orange, raised)</a:t>
            </a:r>
          </a:p>
          <a:p>
            <a:pPr lvl="0" indent="0" marL="0">
              <a:buNone/>
            </a:pPr>
            <a:r>
              <a:rPr b="1"/>
              <a:t>Task Cards:</a:t>
            </a:r>
            <a:r>
              <a:rPr/>
              <a:t> - 3D cards with depth (raised: depth 8) - Completed tasks pressed inward (depth -4) - Neumorphic checkbox (3D toggle) - Task title and description - Edit button (blue, raised) - Delete button (red, raised)</a:t>
            </a:r>
          </a:p>
          <a:p>
            <a:pPr lvl="0" indent="0" marL="0">
              <a:buNone/>
            </a:pPr>
            <a:r>
              <a:rPr b="1"/>
              <a:t>Empty State:</a:t>
            </a:r>
            <a:r>
              <a:rPr/>
              <a:t> - 3D concave icon - “No tasks yet” message - Helpful instruction text</a:t>
            </a:r>
          </a:p>
          <a:p>
            <a:pPr lvl="0" indent="0" marL="0">
              <a:buNone/>
            </a:pPr>
            <a:r>
              <a:rPr b="1"/>
              <a:t>Floating Action Button:</a:t>
            </a:r>
            <a:r>
              <a:rPr/>
              <a:t> - Large purple circular button - Add icon with depth effect - Positioned bottom-right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UI Screenshots - Add/Edit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Add/Edit Task Screen</a:t>
            </a:r>
          </a:p>
          <a:p>
            <a:pPr lvl="0" indent="0" marL="0">
              <a:buNone/>
            </a:pPr>
            <a:r>
              <a:rPr b="1"/>
              <a:t>Components:</a:t>
            </a:r>
          </a:p>
          <a:p>
            <a:pPr lvl="0" indent="-342900" marL="342900">
              <a:buAutoNum type="arabicPeriod"/>
            </a:pPr>
            <a:r>
              <a:rPr b="1"/>
              <a:t>Info Card</a:t>
            </a:r>
            <a:r>
              <a:rPr/>
              <a:t> - Helpful message with icon</a:t>
            </a:r>
          </a:p>
          <a:p>
            <a:pPr lvl="0" indent="-342900" marL="342900">
              <a:buAutoNum type="arabicPeriod"/>
            </a:pPr>
            <a:r>
              <a:rPr b="1"/>
              <a:t>Task Title Field</a:t>
            </a:r>
          </a:p>
          <a:p>
            <a:pPr lvl="1"/>
            <a:r>
              <a:rPr/>
              <a:t>Inset text field (depth -6)</a:t>
            </a:r>
          </a:p>
          <a:p>
            <a:pPr lvl="1"/>
            <a:r>
              <a:rPr/>
              <a:t>Required field with validation</a:t>
            </a:r>
          </a:p>
          <a:p>
            <a:pPr lvl="1"/>
            <a:r>
              <a:rPr/>
              <a:t>Character counter (0/100)</a:t>
            </a:r>
          </a:p>
          <a:p>
            <a:pPr lvl="1"/>
            <a:r>
              <a:rPr/>
              <a:t>Icon prefix</a:t>
            </a:r>
          </a:p>
          <a:p>
            <a:pPr lvl="0" indent="-342900" marL="342900">
              <a:buAutoNum type="arabicPeriod"/>
            </a:pPr>
            <a:r>
              <a:rPr b="1"/>
              <a:t>Description Field</a:t>
            </a:r>
          </a:p>
          <a:p>
            <a:pPr lvl="1"/>
            <a:r>
              <a:rPr/>
              <a:t>Large multiline inset field</a:t>
            </a:r>
          </a:p>
          <a:p>
            <a:pPr lvl="1"/>
            <a:r>
              <a:rPr/>
              <a:t>Optional with 500 character limit</a:t>
            </a:r>
          </a:p>
          <a:p>
            <a:pPr lvl="1"/>
            <a:r>
              <a:rPr/>
              <a:t>Character counter</a:t>
            </a:r>
          </a:p>
          <a:p>
            <a:pPr lvl="1"/>
            <a:r>
              <a:rPr/>
              <a:t>6 lines height</a:t>
            </a:r>
          </a:p>
          <a:p>
            <a:pPr lvl="0" indent="-342900" marL="342900">
              <a:buAutoNum type="arabicPeriod"/>
            </a:pPr>
            <a:r>
              <a:rPr b="1"/>
              <a:t>Action Buttons</a:t>
            </a:r>
          </a:p>
          <a:p>
            <a:pPr lvl="1"/>
            <a:r>
              <a:rPr b="1"/>
              <a:t>Save Button</a:t>
            </a:r>
            <a:r>
              <a:rPr/>
              <a:t> - Large raised button (blue/purple)</a:t>
            </a:r>
          </a:p>
          <a:p>
            <a:pPr lvl="1"/>
            <a:r>
              <a:rPr/>
              <a:t>Icon + text layout</a:t>
            </a:r>
          </a:p>
          <a:p>
            <a:pPr lvl="1"/>
            <a:r>
              <a:rPr b="1"/>
              <a:t>Cancel Button</a:t>
            </a:r>
            <a:r>
              <a:rPr/>
              <a:t> - Secondary raised button</a:t>
            </a:r>
          </a:p>
          <a:p>
            <a:pPr lvl="1"/>
            <a:r>
              <a:rPr/>
              <a:t>Gray color scheme</a:t>
            </a:r>
          </a:p>
          <a:p>
            <a:pPr lvl="0" indent="-342900" marL="342900">
              <a:buAutoNum type="arabicPeriod"/>
            </a:pPr>
            <a:r>
              <a:rPr b="1"/>
              <a:t>Dialogs</a:t>
            </a:r>
          </a:p>
          <a:p>
            <a:pPr lvl="1"/>
            <a:r>
              <a:rPr/>
              <a:t>Success dialog with green theme</a:t>
            </a:r>
          </a:p>
          <a:p>
            <a:pPr lvl="1"/>
            <a:r>
              <a:rPr/>
              <a:t>Error dialog with red theme</a:t>
            </a:r>
          </a:p>
          <a:p>
            <a:pPr lvl="1"/>
            <a:r>
              <a:rPr/>
              <a:t>Neumorphic buttons in dialogs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11: Application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START
  │
  ▼
┌─────────────────┐
│  App Launch     │
│  (Auth Check)   │
└────────┬────────┘
         │
    ┌────┴────┐
    │         │
    ▼         ▼
Logged In  Not Logged In
    │         │
    │    ┌────▼─────┐
    │    │  Login   │
    │    │  Screen  │
    │    └────┬─────┘
    │         │
    │    [Register?]
    │         │
    │    ┌────▼─────┐
    │    │ Register │
    │    │  Screen  │
    │    └────┬─────┘
    │         │
    └────┬────┘
         │
    ┌────▼─────────┐
    │  Task List   │
    │   Screen     │
    └────┬─────────┘
         │
    ┌────┴────┐
    │         │
    ▼         ▼
[Add Task] [Edit/Delete]
    │         │
    ▼         ▼
┌────────────────┐
│  Add/Edit Task │
│     Screen     │
└────┬───────────┘
     │
     ▼
[Save to Back4App]
     │
     ▼
Back to Task List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12: 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Step-by-Step User Experience</a:t>
            </a:r>
          </a:p>
          <a:p>
            <a:pPr lvl="0" indent="0" marL="0">
              <a:buNone/>
            </a:pPr>
            <a:r>
              <a:rPr b="1"/>
              <a:t>1. First Time User</a:t>
            </a:r>
            <a:r>
              <a:rPr/>
              <a:t> - Opens app → Sees login screen - Taps “Register” → Enters email &amp; password - Confirms password → Taps “Register” - Success! → Redirected to empty task list</a:t>
            </a:r>
          </a:p>
          <a:p>
            <a:pPr lvl="0" indent="0" marL="0">
              <a:buNone/>
            </a:pPr>
            <a:r>
              <a:rPr b="1"/>
              <a:t>2. Creating First Task</a:t>
            </a:r>
            <a:r>
              <a:rPr/>
              <a:t> - Taps floating “+” button - Enters task title: “Complete assignment” - Adds description: “Finish Flutter project” - Taps “Create Task” → Success dialog - Task appears in list with 3D card</a:t>
            </a:r>
          </a:p>
          <a:p>
            <a:pPr lvl="0" indent="0" marL="0">
              <a:buNone/>
            </a:pPr>
            <a:r>
              <a:rPr b="1"/>
              <a:t>3. Managing Tasks</a:t>
            </a:r>
            <a:r>
              <a:rPr/>
              <a:t> - Checks checkbox → Task marked complete - Task visually pressed inward - Taps edit → Modifies description - Taps update → Changes saved - Swipes down → Pull to refresh - Taps delete → Confirmation → Task removed</a:t>
            </a:r>
          </a:p>
          <a:p>
            <a:pPr lvl="0" indent="0" marL="0">
              <a:buNone/>
            </a:pPr>
            <a:r>
              <a:rPr b="1"/>
              <a:t>4. Logout</a:t>
            </a:r>
            <a:r>
              <a:rPr/>
              <a:t> - Taps logout in app bar - Confirmation dialog appears - Confirms → Redirected to login - Session ended securely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13: 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Object in Back4App</a:t>
            </a:r>
          </a:p>
          <a:p>
            <a:pPr lvl="0" indent="0">
              <a:buNone/>
            </a:pPr>
            <a:r>
              <a:rPr>
                <a:latin typeface="Courier"/>
              </a:rPr>
              <a:t>Task {
  objectId: String (auto-generated)
  title: String (required, max 100)
  description: String (optional, max 500)
  isCompleted: Boolean (default: false)
  createdBy: Pointer&lt;User&gt; (task owner)
  createdAt: Date (auto-generated)
  updatedAt: Date (auto-generated)
  ACL: {
    [userId]: { read: true, write: true }
  }
}</a:t>
            </a:r>
          </a:p>
          <a:p>
            <a:pPr lvl="0" indent="0" marL="0">
              <a:buNone/>
            </a:pPr>
            <a:r>
              <a:rPr b="1"/>
              <a:t>User Object (Built-in)</a:t>
            </a:r>
          </a:p>
          <a:p>
            <a:pPr lvl="0" indent="0">
              <a:buNone/>
            </a:pPr>
            <a:r>
              <a:rPr>
                <a:latin typeface="Courier"/>
              </a:rPr>
              <a:t>User {
  objectId: String
  username: String (email)
  email: String
  password: String (hashed)
  sessionToken: String
  createdAt: Date
  updatedAt: Date
}</a:t>
            </a:r>
          </a:p>
          <a:p>
            <a:pPr lvl="0" indent="0" marL="0">
              <a:buNone/>
            </a:pPr>
            <a:r>
              <a:rPr b="1"/>
              <a:t>Relationships:</a:t>
            </a:r>
            <a:r>
              <a:rPr/>
              <a:t> - Each Task belongs to one User (createdBy) - Each User can have many Tasks - ACL ensures users only see their own tasks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14: Back4App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Back4App Powers the App</a:t>
            </a:r>
          </a:p>
          <a:p>
            <a:pPr lvl="0" indent="0" marL="0">
              <a:buNone/>
            </a:pPr>
            <a:r>
              <a:rPr b="1"/>
              <a:t>1. Initialization</a:t>
            </a:r>
            <a:r>
              <a:rPr/>
              <a:t> (main.dart)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Parse()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initialize(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4070A0"/>
                </a:solidFill>
                <a:latin typeface="Courier"/>
              </a:rPr>
              <a:t>'APPLICATION_ID'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4070A0"/>
                </a:solidFill>
                <a:latin typeface="Courier"/>
              </a:rPr>
              <a:t>'https://parseapi.back4app.com'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clientKey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'CLIENT_KEY'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autoSendSessionId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);</a:t>
            </a:r>
          </a:p>
          <a:p>
            <a:pPr lvl="0" indent="0" marL="0">
              <a:buNone/>
            </a:pPr>
            <a:r>
              <a:rPr b="1"/>
              <a:t>2. User Registration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ParseUser(email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password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email);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response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signUp();</a:t>
            </a:r>
          </a:p>
          <a:p>
            <a:pPr lvl="0" indent="0" marL="0">
              <a:buNone/>
            </a:pPr>
            <a:r>
              <a:rPr b="1"/>
              <a:t>3. User Login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ParseUser(email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password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email);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response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login();</a:t>
            </a:r>
          </a:p>
          <a:p>
            <a:pPr lvl="0" indent="0" marL="0">
              <a:buNone/>
            </a:pPr>
            <a:r>
              <a:rPr b="1"/>
              <a:t>4. Create Task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task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Task();</a:t>
            </a:r>
            <a:br/>
            <a:r>
              <a:rPr>
                <a:latin typeface="Courier"/>
              </a:rPr>
              <a:t>task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title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"My Task"</a:t>
            </a:r>
            <a:r>
              <a:rPr>
                <a:latin typeface="Courier"/>
              </a:rPr>
              <a:t>;</a:t>
            </a:r>
            <a:br/>
            <a:r>
              <a:rPr>
                <a:latin typeface="Courier"/>
              </a:rPr>
              <a:t>task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createdBy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currentUser;</a:t>
            </a:r>
            <a:br/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task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save();</a:t>
            </a:r>
          </a:p>
          <a:p>
            <a:pPr lvl="0" indent="0" marL="0">
              <a:buNone/>
            </a:pPr>
            <a:r>
              <a:rPr b="1"/>
              <a:t>5. Read Tasks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query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QueryBuilder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Task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(Task())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..</a:t>
            </a:r>
            <a:r>
              <a:rPr>
                <a:latin typeface="Courier"/>
              </a:rPr>
              <a:t>whereEqualTo(</a:t>
            </a:r>
            <a:r>
              <a:rPr>
                <a:solidFill>
                  <a:srgbClr val="4070A0"/>
                </a:solidFill>
                <a:latin typeface="Courier"/>
              </a:rPr>
              <a:t>'createdBy'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currentUser);</a:t>
            </a:r>
            <a:br/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response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query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query();</a:t>
            </a:r>
          </a:p>
          <a:p>
            <a:pPr lvl="0" indent="0" marL="0">
              <a:buNone/>
            </a:pPr>
            <a:r>
              <a:rPr b="1"/>
              <a:t>Benefits:</a:t>
            </a:r>
            <a:r>
              <a:rPr/>
              <a:t> - No server setup required - Automatic data persistence - Real-time synchronization - Secure authentication handled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15: Code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Project Organization</a:t>
            </a:r>
          </a:p>
          <a:p>
            <a:pPr lvl="0" indent="0">
              <a:buNone/>
            </a:pPr>
            <a:r>
              <a:rPr>
                <a:latin typeface="Courier"/>
              </a:rPr>
              <a:t>lib/
├── main.dart
│   ├── NeumorphicApp configuration
│   ├── Back4App initialization
│   ├── Theme setup (light/dark)
│   └── Auth check widget
│
├── models/
│   └── task.dart
│       └── Task model (extends ParseObject)
│
└── screens/
    ├── login_screen.dart
    │   ├── Login form
    │   ├── Neumorphic inputs
    │   └── Navigation to register
    │
    ├── register_screen.dart
    │   ├── Registration form
    │   ├── Password confirmation
    │   └── Success dialog
    │
    ├── task_list_screen.dart
    │   ├── Task card builder
    │   ├── CRUD operations
    │   ├── Pull to refresh
    │   └── Logout functionality
    │
    └── add_edit_task_screen.dart
        ├── Task form
        ├── Character counters
        └── Save/Update logic</a:t>
            </a:r>
          </a:p>
          <a:p>
            <a:pPr lvl="0" indent="0" marL="0">
              <a:buNone/>
            </a:pPr>
            <a:r>
              <a:rPr b="1"/>
              <a:t>Key Patterns:</a:t>
            </a:r>
            <a:r>
              <a:rPr/>
              <a:t> - StatefulWidget for dynamic UI - Form validation - Async/await for API calls - Error handling - Loading states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16: Technical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Challenges Faced</a:t>
            </a:r>
          </a:p>
          <a:p>
            <a:pPr lvl="0" indent="0" marL="0">
              <a:buNone/>
            </a:pPr>
            <a:r>
              <a:rPr b="1"/>
              <a:t>1. UI Package Compatibility</a:t>
            </a:r>
            <a:r>
              <a:rPr/>
              <a:t> - </a:t>
            </a:r>
            <a:r>
              <a:rPr b="1"/>
              <a:t>Problem:</a:t>
            </a:r>
            <a:r>
              <a:rPr/>
              <a:t> Version conflicts between parse_server_sdk and google_fonts - </a:t>
            </a:r>
            <a:r>
              <a:rPr b="1"/>
              <a:t>Solution:</a:t>
            </a:r>
            <a:r>
              <a:rPr/>
              <a:t> Downgraded google_fonts to ^4.0.4 for compatibility</a:t>
            </a:r>
          </a:p>
          <a:p>
            <a:pPr lvl="0" indent="0" marL="0">
              <a:buNone/>
            </a:pPr>
            <a:r>
              <a:rPr b="1"/>
              <a:t>2. Neumorphic Design Learning Curve</a:t>
            </a:r>
            <a:r>
              <a:rPr/>
              <a:t> - </a:t>
            </a:r>
            <a:r>
              <a:rPr b="1"/>
              <a:t>Problem:</a:t>
            </a:r>
            <a:r>
              <a:rPr/>
              <a:t> Understanding depth, intensity, and light source - </a:t>
            </a:r>
            <a:r>
              <a:rPr b="1"/>
              <a:t>Solution:</a:t>
            </a:r>
            <a:r>
              <a:rPr/>
              <a:t> Experimented with values, settled on -6 to 8 range</a:t>
            </a:r>
          </a:p>
          <a:p>
            <a:pPr lvl="0" indent="0" marL="0">
              <a:buNone/>
            </a:pPr>
            <a:r>
              <a:rPr b="1"/>
              <a:t>3. Real-time Character Counters</a:t>
            </a:r>
            <a:r>
              <a:rPr/>
              <a:t> - </a:t>
            </a:r>
            <a:r>
              <a:rPr b="1"/>
              <a:t>Problem:</a:t>
            </a:r>
            <a:r>
              <a:rPr/>
              <a:t> Character counters not updating on text change - </a:t>
            </a:r>
            <a:r>
              <a:rPr b="1"/>
              <a:t>Solution:</a:t>
            </a:r>
            <a:r>
              <a:rPr/>
              <a:t> Added TextEditingController listeners with setState</a:t>
            </a:r>
          </a:p>
          <a:p>
            <a:pPr lvl="0" indent="0" marL="0">
              <a:buNone/>
            </a:pPr>
            <a:r>
              <a:rPr b="1"/>
              <a:t>4. Task State Management</a:t>
            </a:r>
            <a:r>
              <a:rPr/>
              <a:t> - </a:t>
            </a:r>
            <a:r>
              <a:rPr b="1"/>
              <a:t>Problem:</a:t>
            </a:r>
            <a:r>
              <a:rPr/>
              <a:t> Task list not updating after create/edit/delete - </a:t>
            </a:r>
            <a:r>
              <a:rPr b="1"/>
              <a:t>Solution:</a:t>
            </a:r>
            <a:r>
              <a:rPr/>
              <a:t> Implemented result passing through Navigator</a:t>
            </a:r>
          </a:p>
          <a:p>
            <a:pPr lvl="0" indent="0" marL="0">
              <a:buNone/>
            </a:pPr>
            <a:r>
              <a:rPr b="1"/>
              <a:t>5. Form Validation</a:t>
            </a:r>
            <a:r>
              <a:rPr/>
              <a:t> - </a:t>
            </a:r>
            <a:r>
              <a:rPr b="1"/>
              <a:t>Problem:</a:t>
            </a:r>
            <a:r>
              <a:rPr/>
              <a:t> Multiple validation rules per field - </a:t>
            </a:r>
            <a:r>
              <a:rPr b="1"/>
              <a:t>Solution:</a:t>
            </a:r>
            <a:r>
              <a:rPr/>
              <a:t> Used TextFormField validators with clear messages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17: Key Learnings - Technical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 Learned</a:t>
            </a:r>
          </a:p>
          <a:p>
            <a:pPr lvl="0" indent="0" marL="0">
              <a:buNone/>
            </a:pPr>
            <a:r>
              <a:rPr b="1"/>
              <a:t>1. Backend-as-a-Service (BaaS)</a:t>
            </a:r>
            <a:r>
              <a:rPr/>
              <a:t> - Understanding cloud backend without custom server - Benefits of managed authentication - Real-time database synchronization - Parse Server architecture</a:t>
            </a:r>
          </a:p>
          <a:p>
            <a:pPr lvl="0" indent="0" marL="0">
              <a:buNone/>
            </a:pPr>
            <a:r>
              <a:rPr b="1"/>
              <a:t>2. Flutter Development</a:t>
            </a:r>
            <a:r>
              <a:rPr/>
              <a:t> - StatefulWidget vs StatelessWidget - Form handling and validation - Navigation with result passing - Async programming with Future/await - Error handling and user feedback</a:t>
            </a:r>
          </a:p>
          <a:p>
            <a:pPr lvl="0" indent="0" marL="0">
              <a:buNone/>
            </a:pPr>
            <a:r>
              <a:rPr b="1"/>
              <a:t>3. Neumorphic Design</a:t>
            </a:r>
            <a:r>
              <a:rPr/>
              <a:t> - Depth and shadow manipulation - Light source consistency - Inset vs raised elements - Color theory for 3D effects - Typography in modern design</a:t>
            </a:r>
          </a:p>
          <a:p>
            <a:pPr lvl="0" indent="0" marL="0">
              <a:buNone/>
            </a:pPr>
            <a:r>
              <a:rPr b="1"/>
              <a:t>4. State Management</a:t>
            </a:r>
            <a:r>
              <a:rPr/>
              <a:t> - Managing form state - Loading indicators - Data persistence - Session management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18: Key Learnings - Development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Skills Gained</a:t>
            </a:r>
          </a:p>
          <a:p>
            <a:pPr lvl="0" indent="0" marL="0">
              <a:buNone/>
            </a:pPr>
            <a:r>
              <a:rPr b="1"/>
              <a:t>1. Project Planning</a:t>
            </a:r>
            <a:r>
              <a:rPr/>
              <a:t> - Breaking down features into tasks - Estimating development time - Managing dependencies</a:t>
            </a:r>
          </a:p>
          <a:p>
            <a:pPr lvl="0" indent="0" marL="0">
              <a:buNone/>
            </a:pPr>
            <a:r>
              <a:rPr b="1"/>
              <a:t>2. UI/UX Design</a:t>
            </a:r>
            <a:r>
              <a:rPr/>
              <a:t> - Skeuomorphism principles - User flow design - Accessibility considerations - Visual hierarchy</a:t>
            </a:r>
          </a:p>
          <a:p>
            <a:pPr lvl="0" indent="0" marL="0">
              <a:buNone/>
            </a:pPr>
            <a:r>
              <a:rPr b="1"/>
              <a:t>3. API Integration</a:t>
            </a:r>
            <a:r>
              <a:rPr/>
              <a:t> - REST API concepts - Authentication tokens - CRUD operations via SDK - Error handling</a:t>
            </a:r>
          </a:p>
          <a:p>
            <a:pPr lvl="0" indent="0" marL="0">
              <a:buNone/>
            </a:pPr>
            <a:r>
              <a:rPr b="1"/>
              <a:t>4. Testing &amp; Debugging</a:t>
            </a:r>
            <a:r>
              <a:rPr/>
              <a:t> - Flutter analyze tool - Debugging async code - Testing on different devices - User acceptance testing</a:t>
            </a:r>
          </a:p>
          <a:p>
            <a:pPr lvl="0" indent="0" marL="0">
              <a:buNone/>
            </a:pPr>
            <a:r>
              <a:rPr b="1"/>
              <a:t>5. Documentation</a:t>
            </a:r>
            <a:r>
              <a:rPr/>
              <a:t> - Writing clear README - Code comments - Project presentation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19: Project Features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Makes This App Special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Complete CRUD Implementation</a:t>
            </a:r>
            <a:r>
              <a:rPr/>
              <a:t> - All operations working seamlessly - Real-time data sync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Beautiful Skeuomorphic UI</a:t>
            </a:r>
            <a:r>
              <a:rPr/>
              <a:t> - Modern take on realistic design - 3D depth effects throughout - Consistent design language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Cloud Backend Integration</a:t>
            </a:r>
            <a:r>
              <a:rPr/>
              <a:t> - No custom server needed - Automatic scaling - Secure data storage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User Experience</a:t>
            </a:r>
            <a:r>
              <a:rPr/>
              <a:t> - Smooth animations - Clear feedback - Intuitive navigation - Error handling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Best Practices</a:t>
            </a:r>
            <a:r>
              <a:rPr/>
              <a:t> - Clean code structure - Form validation - Security considerations - Responsive design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20: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Possible Improvements</a:t>
            </a:r>
          </a:p>
          <a:p>
            <a:pPr lvl="0" indent="0" marL="0">
              <a:buNone/>
            </a:pPr>
            <a:r>
              <a:rPr b="1"/>
              <a:t>1. Additional Features</a:t>
            </a:r>
            <a:r>
              <a:rPr/>
              <a:t> - Task categories/tags - Due dates with reminders - Task priority levels - Search and filter functionality - Task statistics/analytics</a:t>
            </a:r>
          </a:p>
          <a:p>
            <a:pPr lvl="0" indent="0" marL="0">
              <a:buNone/>
            </a:pPr>
            <a:r>
              <a:rPr b="1"/>
              <a:t>2. Enhanced UI</a:t>
            </a:r>
            <a:r>
              <a:rPr/>
              <a:t> - Dark mode toggle - Custom color themes - Animations on task completion - Swipe gestures for actions - Haptic feedback</a:t>
            </a:r>
          </a:p>
          <a:p>
            <a:pPr lvl="0" indent="0" marL="0">
              <a:buNone/>
            </a:pPr>
            <a:r>
              <a:rPr b="1"/>
              <a:t>3. Collaboration</a:t>
            </a:r>
            <a:r>
              <a:rPr/>
              <a:t> - Share tasks with other users - Team workspaces - Comments on tasks - Activity history</a:t>
            </a:r>
          </a:p>
          <a:p>
            <a:pPr lvl="0" indent="0" marL="0">
              <a:buNone/>
            </a:pPr>
            <a:r>
              <a:rPr b="1"/>
              <a:t>4. Technical Improvements</a:t>
            </a:r>
            <a:r>
              <a:rPr/>
              <a:t> - Offline mode with local storage - Push notifications - Widget for quick task add - Export tasks to CSV/PDF - Biometric authentication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21: Demo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 Showcase</a:t>
            </a:r>
          </a:p>
          <a:p>
            <a:pPr lvl="0" indent="0" marL="0">
              <a:buNone/>
            </a:pPr>
            <a:r>
              <a:rPr b="1"/>
              <a:t>Screen 1: Login</a:t>
            </a:r>
            <a:r>
              <a:rPr/>
              <a:t> - Elegant 3D circular icon - Inset email and password fields - Raised purple login button - “Don’t have an account?” link</a:t>
            </a:r>
          </a:p>
          <a:p>
            <a:pPr lvl="0" indent="0" marL="0">
              <a:buNone/>
            </a:pPr>
            <a:r>
              <a:rPr b="1"/>
              <a:t>Screen 2: Task List</a:t>
            </a:r>
            <a:r>
              <a:rPr/>
              <a:t> - Multiple task cards with depth - Some completed (pressed inward) - Some active (raised outward) - Blue edit and red delete buttons - Purple floating action button</a:t>
            </a:r>
          </a:p>
          <a:p>
            <a:pPr lvl="0" indent="0" marL="0">
              <a:buNone/>
            </a:pPr>
            <a:r>
              <a:rPr b="1"/>
              <a:t>Screen 3: Add Task</a:t>
            </a:r>
            <a:r>
              <a:rPr/>
              <a:t> - Info card at top - Labeled inset title field - Large description text area - Character counters visible - Large raised save button</a:t>
            </a:r>
          </a:p>
          <a:p>
            <a:pPr lvl="0" indent="0" marL="0">
              <a:buNone/>
            </a:pPr>
            <a:r>
              <a:rPr b="1"/>
              <a:t>Screen 4: Empty State</a:t>
            </a:r>
            <a:r>
              <a:rPr/>
              <a:t> - 3D concave task icon - “No tasks yet” message - Clean, minimalist design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22: Deliverables Completed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 Requirements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YouTube Video (2 minutes)</a:t>
            </a:r>
            <a:r>
              <a:rPr/>
              <a:t> - Login demonstration - Task creation - Task update - Task deletion - Logout process - UI showcase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GitHub Repository</a:t>
            </a:r>
            <a:r>
              <a:rPr/>
              <a:t> - Complete source code - Detailed README.md - Project structure - Installation instructions - Screenshots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PPT Presentation</a:t>
            </a:r>
            <a:r>
              <a:rPr/>
              <a:t> - Project overview - Features explanation - Technology stack - Key learnings - Visual demonstrations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Submission via Taxila</a:t>
            </a:r>
            <a:r>
              <a:rPr/>
              <a:t> - Video link ready - GitHub repo link ready - PPT file ready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23: References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Resources Used</a:t>
            </a:r>
          </a:p>
          <a:p>
            <a:pPr lvl="0" indent="0" marL="0">
              <a:buNone/>
            </a:pPr>
            <a:r>
              <a:rPr b="1"/>
              <a:t>Official Documentation:</a:t>
            </a:r>
            <a:r>
              <a:rPr/>
              <a:t> - Flutter Docs: https://docs.flutter.dev/ - Back4App Docs: https://docs.back4app.com/ - Parse SDK: https://pub.dev/packages/parse_server_sdk_flutter</a:t>
            </a:r>
          </a:p>
          <a:p>
            <a:pPr lvl="0" indent="0" marL="0">
              <a:buNone/>
            </a:pPr>
            <a:r>
              <a:rPr b="1"/>
              <a:t>UI/Design:</a:t>
            </a:r>
            <a:r>
              <a:rPr/>
              <a:t> - Flutter Neumorphic: https://pub.dev/packages/flutter_neumorphic - Google Fonts: https://pub.dev/packages/google_fonts - Material Design Guidelines</a:t>
            </a:r>
          </a:p>
          <a:p>
            <a:pPr lvl="0" indent="0" marL="0">
              <a:buNone/>
            </a:pPr>
            <a:r>
              <a:rPr b="1"/>
              <a:t>Tools Used:</a:t>
            </a:r>
            <a:r>
              <a:rPr/>
              <a:t> - VS Code / Android Studio - Flutter SDK 3.9.2 - Back4App Console - Git for version control</a:t>
            </a:r>
          </a:p>
          <a:p>
            <a:pPr lvl="0" indent="0" marL="0">
              <a:buNone/>
            </a:pPr>
            <a:r>
              <a:rPr b="1"/>
              <a:t>Community Resources:</a:t>
            </a:r>
            <a:r>
              <a:rPr/>
              <a:t> - Stack Overflow - Flutter Community - GitHub repositories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24: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Project Summary</a:t>
            </a:r>
          </a:p>
          <a:p>
            <a:pPr lvl="0" indent="0" marL="0">
              <a:buNone/>
            </a:pPr>
            <a:r>
              <a:rPr b="1"/>
              <a:t>What We Built:</a:t>
            </a:r>
            <a:r>
              <a:rPr/>
              <a:t> A fully functional Task Manager app with: - Cloud backend (Back4App) - Beautiful skeuomorphic UI - Complete CRUD operations - User authentication</a:t>
            </a:r>
          </a:p>
          <a:p>
            <a:pPr lvl="0" indent="0" marL="0">
              <a:buNone/>
            </a:pPr>
            <a:r>
              <a:rPr b="1"/>
              <a:t>Key Achievements:</a:t>
            </a:r>
            <a:r>
              <a:rPr/>
              <a:t> - ✅ Learned Backend-as-a-Service integration - ✅ Mastered Flutter CRUD operations - ✅ Implemented modern UI design - ✅ Delivered production-ready app</a:t>
            </a:r>
          </a:p>
          <a:p>
            <a:pPr lvl="0" indent="0" marL="0">
              <a:buNone/>
            </a:pPr>
            <a:r>
              <a:rPr b="1"/>
              <a:t>Personal Growth:</a:t>
            </a:r>
            <a:r>
              <a:rPr/>
              <a:t> - Enhanced Flutter development skills - Understood cloud backend architecture - Improved UI/UX design abilities - Gained project management experience</a:t>
            </a:r>
          </a:p>
          <a:p>
            <a:pPr lvl="0" indent="0" marL="0">
              <a:buNone/>
            </a:pPr>
            <a:r>
              <a:rPr b="1"/>
              <a:t>Thank You!</a:t>
            </a:r>
          </a:p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25: Contact &amp;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Get the Code</a:t>
            </a:r>
          </a:p>
          <a:p>
            <a:pPr lvl="0" indent="0" marL="0">
              <a:buNone/>
            </a:pPr>
            <a:r>
              <a:rPr b="1"/>
              <a:t>GitHub Repository:</a:t>
            </a:r>
            <a:r>
              <a:rPr/>
              <a:t> [Your GitHub Repository URL]</a:t>
            </a:r>
          </a:p>
          <a:p>
            <a:pPr lvl="0" indent="0" marL="0">
              <a:buNone/>
            </a:pPr>
            <a:r>
              <a:rPr b="1"/>
              <a:t>Project Structure:</a:t>
            </a:r>
          </a:p>
          <a:p>
            <a:pPr lvl="0" indent="0">
              <a:buNone/>
            </a:pPr>
            <a:r>
              <a:rPr>
                <a:latin typeface="Courier"/>
              </a:rPr>
              <a:t>bits_assignment_flutter_task_manager_app_with_back4app/
├── lib/
├── README.md
├── pubspec.yaml
└── PRESENTATION.md</a:t>
            </a:r>
          </a:p>
          <a:p>
            <a:pPr lvl="0" indent="0" marL="0">
              <a:buNone/>
            </a:pPr>
            <a:r>
              <a:rPr b="1"/>
              <a:t>Contact Information:</a:t>
            </a:r>
            <a:r>
              <a:rPr/>
              <a:t> - Email: [Your Email] - GitHub: [Your GitHub Profile] - LinkedIn: [Your LinkedIn]</a:t>
            </a:r>
          </a:p>
          <a:p>
            <a:pPr lvl="0" indent="0" marL="0">
              <a:buNone/>
            </a:pPr>
            <a:r>
              <a:rPr b="1"/>
              <a:t>Technologies Used:</a:t>
            </a:r>
            <a:r>
              <a:rPr/>
              <a:t> - Flutter 3.9.2 - Dart SDK - Back4App (Parse Server) - Neumorphic Design</a:t>
            </a:r>
          </a:p>
          <a:p>
            <a:pPr lvl="0" indent="0" marL="0">
              <a:buNone/>
            </a:pPr>
            <a:r>
              <a:rPr b="1"/>
              <a:t>Special Thanks:</a:t>
            </a:r>
            <a:r>
              <a:rPr/>
              <a:t> - BITS Pilani - Back4App Team - Flutter Community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 of Presentation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2025-11-13T07:40:55Z</dcterms:created>
  <dcterms:modified xsi:type="dcterms:W3CDTF">2025-11-13T07:40:55Z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